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482" r:id="rId2"/>
    <p:sldId id="485" r:id="rId3"/>
    <p:sldId id="486" r:id="rId4"/>
    <p:sldId id="487" r:id="rId5"/>
    <p:sldId id="488" r:id="rId6"/>
    <p:sldId id="489" r:id="rId7"/>
  </p:sldIdLst>
  <p:sldSz cx="11706225" cy="1170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92" userDrawn="1">
          <p15:clr>
            <a:srgbClr val="A4A3A4"/>
          </p15:clr>
        </p15:guide>
        <p15:guide id="2" pos="3687" userDrawn="1">
          <p15:clr>
            <a:srgbClr val="A4A3A4"/>
          </p15:clr>
        </p15:guide>
        <p15:guide id="3" pos="37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29323F"/>
    <a:srgbClr val="FF3F3F"/>
    <a:srgbClr val="FF9F00"/>
    <a:srgbClr val="E1E1E1"/>
    <a:srgbClr val="EEEEEE"/>
    <a:srgbClr val="F0F0F0"/>
    <a:srgbClr val="FF9900"/>
    <a:srgbClr val="485678"/>
    <a:srgbClr val="FE6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806" y="78"/>
      </p:cViewPr>
      <p:guideLst>
        <p:guide orient="horz" pos="3692"/>
        <p:guide pos="3687"/>
        <p:guide pos="37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7967" y="1915811"/>
            <a:ext cx="9950291" cy="4075501"/>
          </a:xfrm>
        </p:spPr>
        <p:txBody>
          <a:bodyPr anchor="b"/>
          <a:lstStyle>
            <a:lvl1pPr algn="ctr">
              <a:defRPr sz="7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278" y="6148479"/>
            <a:ext cx="8779669" cy="2826294"/>
          </a:xfrm>
        </p:spPr>
        <p:txBody>
          <a:bodyPr/>
          <a:lstStyle>
            <a:lvl1pPr marL="0" indent="0" algn="ctr">
              <a:buNone/>
              <a:defRPr sz="3072"/>
            </a:lvl1pPr>
            <a:lvl2pPr marL="585307" indent="0" algn="ctr">
              <a:buNone/>
              <a:defRPr sz="2560"/>
            </a:lvl2pPr>
            <a:lvl3pPr marL="1170615" indent="0" algn="ctr">
              <a:buNone/>
              <a:defRPr sz="2304"/>
            </a:lvl3pPr>
            <a:lvl4pPr marL="1755922" indent="0" algn="ctr">
              <a:buNone/>
              <a:defRPr sz="2048"/>
            </a:lvl4pPr>
            <a:lvl5pPr marL="2341230" indent="0" algn="ctr">
              <a:buNone/>
              <a:defRPr sz="2048"/>
            </a:lvl5pPr>
            <a:lvl6pPr marL="2926537" indent="0" algn="ctr">
              <a:buNone/>
              <a:defRPr sz="2048"/>
            </a:lvl6pPr>
            <a:lvl7pPr marL="3511845" indent="0" algn="ctr">
              <a:buNone/>
              <a:defRPr sz="2048"/>
            </a:lvl7pPr>
            <a:lvl8pPr marL="4097152" indent="0" algn="ctr">
              <a:buNone/>
              <a:defRPr sz="2048"/>
            </a:lvl8pPr>
            <a:lvl9pPr marL="4682460" indent="0" algn="ctr">
              <a:buNone/>
              <a:defRPr sz="20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9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12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707" y="2918430"/>
            <a:ext cx="10096619" cy="4869464"/>
          </a:xfrm>
        </p:spPr>
        <p:txBody>
          <a:bodyPr anchor="b"/>
          <a:lstStyle>
            <a:lvl1pPr>
              <a:defRPr sz="7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707" y="7833961"/>
            <a:ext cx="10096619" cy="2560736"/>
          </a:xfrm>
        </p:spPr>
        <p:txBody>
          <a:bodyPr/>
          <a:lstStyle>
            <a:lvl1pPr marL="0" indent="0">
              <a:buNone/>
              <a:defRPr sz="3072">
                <a:solidFill>
                  <a:schemeClr val="tx1"/>
                </a:solidFill>
              </a:defRPr>
            </a:lvl1pPr>
            <a:lvl2pPr marL="585307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170615" indent="0">
              <a:buNone/>
              <a:defRPr sz="2304">
                <a:solidFill>
                  <a:schemeClr val="tx1">
                    <a:tint val="75000"/>
                  </a:schemeClr>
                </a:solidFill>
              </a:defRPr>
            </a:lvl3pPr>
            <a:lvl4pPr marL="1755922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4pPr>
            <a:lvl5pPr marL="2341230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5pPr>
            <a:lvl6pPr marL="2926537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6pPr>
            <a:lvl7pPr marL="3511845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7pPr>
            <a:lvl8pPr marL="4097152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8pPr>
            <a:lvl9pPr marL="4682460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03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4803" y="3116241"/>
            <a:ext cx="4975146" cy="74274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6276" y="3116241"/>
            <a:ext cx="4975146" cy="74274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64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328" y="623251"/>
            <a:ext cx="10096619" cy="2262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329" y="2869652"/>
            <a:ext cx="4952281" cy="1406372"/>
          </a:xfrm>
        </p:spPr>
        <p:txBody>
          <a:bodyPr anchor="b"/>
          <a:lstStyle>
            <a:lvl1pPr marL="0" indent="0">
              <a:buNone/>
              <a:defRPr sz="3072" b="1"/>
            </a:lvl1pPr>
            <a:lvl2pPr marL="585307" indent="0">
              <a:buNone/>
              <a:defRPr sz="2560" b="1"/>
            </a:lvl2pPr>
            <a:lvl3pPr marL="1170615" indent="0">
              <a:buNone/>
              <a:defRPr sz="2304" b="1"/>
            </a:lvl3pPr>
            <a:lvl4pPr marL="1755922" indent="0">
              <a:buNone/>
              <a:defRPr sz="2048" b="1"/>
            </a:lvl4pPr>
            <a:lvl5pPr marL="2341230" indent="0">
              <a:buNone/>
              <a:defRPr sz="2048" b="1"/>
            </a:lvl5pPr>
            <a:lvl6pPr marL="2926537" indent="0">
              <a:buNone/>
              <a:defRPr sz="2048" b="1"/>
            </a:lvl6pPr>
            <a:lvl7pPr marL="3511845" indent="0">
              <a:buNone/>
              <a:defRPr sz="2048" b="1"/>
            </a:lvl7pPr>
            <a:lvl8pPr marL="4097152" indent="0">
              <a:buNone/>
              <a:defRPr sz="2048" b="1"/>
            </a:lvl8pPr>
            <a:lvl9pPr marL="4682460" indent="0">
              <a:buNone/>
              <a:defRPr sz="20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6329" y="4276024"/>
            <a:ext cx="4952281" cy="628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6277" y="2869652"/>
            <a:ext cx="4976670" cy="1406372"/>
          </a:xfrm>
        </p:spPr>
        <p:txBody>
          <a:bodyPr anchor="b"/>
          <a:lstStyle>
            <a:lvl1pPr marL="0" indent="0">
              <a:buNone/>
              <a:defRPr sz="3072" b="1"/>
            </a:lvl1pPr>
            <a:lvl2pPr marL="585307" indent="0">
              <a:buNone/>
              <a:defRPr sz="2560" b="1"/>
            </a:lvl2pPr>
            <a:lvl3pPr marL="1170615" indent="0">
              <a:buNone/>
              <a:defRPr sz="2304" b="1"/>
            </a:lvl3pPr>
            <a:lvl4pPr marL="1755922" indent="0">
              <a:buNone/>
              <a:defRPr sz="2048" b="1"/>
            </a:lvl4pPr>
            <a:lvl5pPr marL="2341230" indent="0">
              <a:buNone/>
              <a:defRPr sz="2048" b="1"/>
            </a:lvl5pPr>
            <a:lvl6pPr marL="2926537" indent="0">
              <a:buNone/>
              <a:defRPr sz="2048" b="1"/>
            </a:lvl6pPr>
            <a:lvl7pPr marL="3511845" indent="0">
              <a:buNone/>
              <a:defRPr sz="2048" b="1"/>
            </a:lvl7pPr>
            <a:lvl8pPr marL="4097152" indent="0">
              <a:buNone/>
              <a:defRPr sz="2048" b="1"/>
            </a:lvl8pPr>
            <a:lvl9pPr marL="4682460" indent="0">
              <a:buNone/>
              <a:defRPr sz="20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6277" y="4276024"/>
            <a:ext cx="4976670" cy="628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82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2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2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328" y="780415"/>
            <a:ext cx="3775562" cy="2731453"/>
          </a:xfrm>
        </p:spPr>
        <p:txBody>
          <a:bodyPr anchor="b"/>
          <a:lstStyle>
            <a:lvl1pPr>
              <a:defRPr sz="40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6671" y="1685482"/>
            <a:ext cx="5926276" cy="8319007"/>
          </a:xfrm>
        </p:spPr>
        <p:txBody>
          <a:bodyPr/>
          <a:lstStyle>
            <a:lvl1pPr>
              <a:defRPr sz="4097"/>
            </a:lvl1pPr>
            <a:lvl2pPr>
              <a:defRPr sz="3585"/>
            </a:lvl2pPr>
            <a:lvl3pPr>
              <a:defRPr sz="3072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6328" y="3511867"/>
            <a:ext cx="3775562" cy="6506169"/>
          </a:xfrm>
        </p:spPr>
        <p:txBody>
          <a:bodyPr/>
          <a:lstStyle>
            <a:lvl1pPr marL="0" indent="0">
              <a:buNone/>
              <a:defRPr sz="2048"/>
            </a:lvl1pPr>
            <a:lvl2pPr marL="585307" indent="0">
              <a:buNone/>
              <a:defRPr sz="1792"/>
            </a:lvl2pPr>
            <a:lvl3pPr marL="1170615" indent="0">
              <a:buNone/>
              <a:defRPr sz="1536"/>
            </a:lvl3pPr>
            <a:lvl4pPr marL="1755922" indent="0">
              <a:buNone/>
              <a:defRPr sz="1280"/>
            </a:lvl4pPr>
            <a:lvl5pPr marL="2341230" indent="0">
              <a:buNone/>
              <a:defRPr sz="1280"/>
            </a:lvl5pPr>
            <a:lvl6pPr marL="2926537" indent="0">
              <a:buNone/>
              <a:defRPr sz="1280"/>
            </a:lvl6pPr>
            <a:lvl7pPr marL="3511845" indent="0">
              <a:buNone/>
              <a:defRPr sz="1280"/>
            </a:lvl7pPr>
            <a:lvl8pPr marL="4097152" indent="0">
              <a:buNone/>
              <a:defRPr sz="1280"/>
            </a:lvl8pPr>
            <a:lvl9pPr marL="4682460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5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328" y="780415"/>
            <a:ext cx="3775562" cy="2731453"/>
          </a:xfrm>
        </p:spPr>
        <p:txBody>
          <a:bodyPr anchor="b"/>
          <a:lstStyle>
            <a:lvl1pPr>
              <a:defRPr sz="40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671" y="1685482"/>
            <a:ext cx="5926276" cy="8319007"/>
          </a:xfrm>
        </p:spPr>
        <p:txBody>
          <a:bodyPr anchor="t"/>
          <a:lstStyle>
            <a:lvl1pPr marL="0" indent="0">
              <a:buNone/>
              <a:defRPr sz="4097"/>
            </a:lvl1pPr>
            <a:lvl2pPr marL="585307" indent="0">
              <a:buNone/>
              <a:defRPr sz="3585"/>
            </a:lvl2pPr>
            <a:lvl3pPr marL="1170615" indent="0">
              <a:buNone/>
              <a:defRPr sz="3072"/>
            </a:lvl3pPr>
            <a:lvl4pPr marL="1755922" indent="0">
              <a:buNone/>
              <a:defRPr sz="2560"/>
            </a:lvl4pPr>
            <a:lvl5pPr marL="2341230" indent="0">
              <a:buNone/>
              <a:defRPr sz="2560"/>
            </a:lvl5pPr>
            <a:lvl6pPr marL="2926537" indent="0">
              <a:buNone/>
              <a:defRPr sz="2560"/>
            </a:lvl6pPr>
            <a:lvl7pPr marL="3511845" indent="0">
              <a:buNone/>
              <a:defRPr sz="2560"/>
            </a:lvl7pPr>
            <a:lvl8pPr marL="4097152" indent="0">
              <a:buNone/>
              <a:defRPr sz="2560"/>
            </a:lvl8pPr>
            <a:lvl9pPr marL="4682460" indent="0">
              <a:buNone/>
              <a:defRPr sz="25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6328" y="3511867"/>
            <a:ext cx="3775562" cy="6506169"/>
          </a:xfrm>
        </p:spPr>
        <p:txBody>
          <a:bodyPr/>
          <a:lstStyle>
            <a:lvl1pPr marL="0" indent="0">
              <a:buNone/>
              <a:defRPr sz="2048"/>
            </a:lvl1pPr>
            <a:lvl2pPr marL="585307" indent="0">
              <a:buNone/>
              <a:defRPr sz="1792"/>
            </a:lvl2pPr>
            <a:lvl3pPr marL="1170615" indent="0">
              <a:buNone/>
              <a:defRPr sz="1536"/>
            </a:lvl3pPr>
            <a:lvl4pPr marL="1755922" indent="0">
              <a:buNone/>
              <a:defRPr sz="1280"/>
            </a:lvl4pPr>
            <a:lvl5pPr marL="2341230" indent="0">
              <a:buNone/>
              <a:defRPr sz="1280"/>
            </a:lvl5pPr>
            <a:lvl6pPr marL="2926537" indent="0">
              <a:buNone/>
              <a:defRPr sz="1280"/>
            </a:lvl6pPr>
            <a:lvl7pPr marL="3511845" indent="0">
              <a:buNone/>
              <a:defRPr sz="1280"/>
            </a:lvl7pPr>
            <a:lvl8pPr marL="4097152" indent="0">
              <a:buNone/>
              <a:defRPr sz="1280"/>
            </a:lvl8pPr>
            <a:lvl9pPr marL="4682460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9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1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77268" y="623248"/>
            <a:ext cx="2524155" cy="99204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04" y="623248"/>
            <a:ext cx="7426136" cy="99204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06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4803" y="623251"/>
            <a:ext cx="10096619" cy="2262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03" y="3116241"/>
            <a:ext cx="10096619" cy="7427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803" y="10849939"/>
            <a:ext cx="2633901" cy="62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DB9EA-1ADD-45AC-98EE-A7F2E72FFD3E}" type="datetimeFigureOut">
              <a:rPr lang="en-IN" smtClean="0"/>
              <a:t>28-05-2022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7687" y="10849939"/>
            <a:ext cx="3950851" cy="62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7521" y="10849939"/>
            <a:ext cx="2633901" cy="623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BC282-ECA0-4F59-823D-DB6CCB300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5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70615" rtl="0" eaLnBrk="1" latinLnBrk="0" hangingPunct="1">
        <a:lnSpc>
          <a:spcPct val="90000"/>
        </a:lnSpc>
        <a:spcBef>
          <a:spcPct val="0"/>
        </a:spcBef>
        <a:buNone/>
        <a:defRPr sz="5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654" indent="-292654" algn="l" defTabSz="1170615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3585" kern="1200">
          <a:solidFill>
            <a:schemeClr val="tx1"/>
          </a:solidFill>
          <a:latin typeface="+mn-lt"/>
          <a:ea typeface="+mn-ea"/>
          <a:cs typeface="+mn-cs"/>
        </a:defRPr>
      </a:lvl1pPr>
      <a:lvl2pPr marL="877961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2pPr>
      <a:lvl3pPr marL="1463269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2048576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4pPr>
      <a:lvl5pPr marL="2633883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5pPr>
      <a:lvl6pPr marL="3219191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6pPr>
      <a:lvl7pPr marL="3804498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7pPr>
      <a:lvl8pPr marL="4389806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8pPr>
      <a:lvl9pPr marL="4975113" indent="-292654" algn="l" defTabSz="1170615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1pPr>
      <a:lvl2pPr marL="585307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2pPr>
      <a:lvl3pPr marL="1170615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3pPr>
      <a:lvl4pPr marL="1755922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4pPr>
      <a:lvl5pPr marL="2341230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5pPr>
      <a:lvl6pPr marL="2926537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6pPr>
      <a:lvl7pPr marL="3511845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7pPr>
      <a:lvl8pPr marL="4097152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8pPr>
      <a:lvl9pPr marL="4682460" algn="l" defTabSz="1170615" rtl="0" eaLnBrk="1" latinLnBrk="0" hangingPunct="1">
        <a:defRPr sz="23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32577A-0EBE-88CD-4188-6C907AD17928}"/>
              </a:ext>
            </a:extLst>
          </p:cNvPr>
          <p:cNvGrpSpPr/>
          <p:nvPr/>
        </p:nvGrpSpPr>
        <p:grpSpPr>
          <a:xfrm>
            <a:off x="161924" y="161924"/>
            <a:ext cx="11382376" cy="11382376"/>
            <a:chOff x="161924" y="161924"/>
            <a:chExt cx="11382376" cy="1138237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2D39E13-5BBC-4D42-8A65-AE7192F8EB8E}"/>
                </a:ext>
              </a:extLst>
            </p:cNvPr>
            <p:cNvSpPr/>
            <p:nvPr/>
          </p:nvSpPr>
          <p:spPr>
            <a:xfrm>
              <a:off x="161924" y="161924"/>
              <a:ext cx="11382376" cy="11382376"/>
            </a:xfrm>
            <a:prstGeom prst="ellipse">
              <a:avLst/>
            </a:prstGeom>
            <a:solidFill>
              <a:schemeClr val="bg1"/>
            </a:solidFill>
            <a:ln w="2540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F603AC-73A0-9A6C-28EB-437DCCFAC253}"/>
                </a:ext>
              </a:extLst>
            </p:cNvPr>
            <p:cNvSpPr/>
            <p:nvPr/>
          </p:nvSpPr>
          <p:spPr>
            <a:xfrm>
              <a:off x="925929" y="925929"/>
              <a:ext cx="9854366" cy="9854366"/>
            </a:xfrm>
            <a:prstGeom prst="ellipse">
              <a:avLst/>
            </a:prstGeom>
            <a:solidFill>
              <a:schemeClr val="bg1"/>
            </a:solidFill>
            <a:ln w="254000">
              <a:solidFill>
                <a:schemeClr val="bg1">
                  <a:lumMod val="95000"/>
                </a:schemeClr>
              </a:solidFill>
            </a:ln>
            <a:effectLst>
              <a:outerShdw blurRad="2032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5CCE64-EDC4-8F95-1374-6E10E5A8D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4038" y="1758725"/>
              <a:ext cx="4943273" cy="494327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BCD4DB-4AAD-4A52-84E0-87A3DA70489B}"/>
                </a:ext>
              </a:extLst>
            </p:cNvPr>
            <p:cNvSpPr txBox="1"/>
            <p:nvPr/>
          </p:nvSpPr>
          <p:spPr>
            <a:xfrm>
              <a:off x="3218267" y="7041375"/>
              <a:ext cx="5334813" cy="2908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300" spc="1000" dirty="0">
                  <a:solidFill>
                    <a:srgbClr val="29323F"/>
                  </a:solidFill>
                  <a:latin typeface="Champion Gothic Lightweight" panose="02000606050000020004" pitchFamily="2" charset="0"/>
                </a:rPr>
                <a:t>ATS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803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BDE3-2792-4846-3E4C-5BDC717D5E6F}"/>
              </a:ext>
            </a:extLst>
          </p:cNvPr>
          <p:cNvGrpSpPr/>
          <p:nvPr/>
        </p:nvGrpSpPr>
        <p:grpSpPr>
          <a:xfrm>
            <a:off x="198437" y="169862"/>
            <a:ext cx="11382376" cy="11382376"/>
            <a:chOff x="161925" y="161924"/>
            <a:chExt cx="11382376" cy="11382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32577A-0EBE-88CD-4188-6C907AD17928}"/>
                </a:ext>
              </a:extLst>
            </p:cNvPr>
            <p:cNvGrpSpPr/>
            <p:nvPr/>
          </p:nvGrpSpPr>
          <p:grpSpPr>
            <a:xfrm>
              <a:off x="161925" y="161924"/>
              <a:ext cx="11382376" cy="11382376"/>
              <a:chOff x="161924" y="161924"/>
              <a:chExt cx="11382376" cy="113823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D39E13-5BBC-4D42-8A65-AE7192F8EB8E}"/>
                  </a:ext>
                </a:extLst>
              </p:cNvPr>
              <p:cNvSpPr/>
              <p:nvPr/>
            </p:nvSpPr>
            <p:spPr>
              <a:xfrm>
                <a:off x="161924" y="161924"/>
                <a:ext cx="11382376" cy="1138237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254000">
                <a:solidFill>
                  <a:schemeClr val="bg1">
                    <a:alpha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/>
                  <a:t>yyyyyyyy</a:t>
                </a:r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F603AC-73A0-9A6C-28EB-437DCCFAC253}"/>
                  </a:ext>
                </a:extLst>
              </p:cNvPr>
              <p:cNvSpPr/>
              <p:nvPr/>
            </p:nvSpPr>
            <p:spPr>
              <a:xfrm>
                <a:off x="925929" y="925929"/>
                <a:ext cx="9854366" cy="9854366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rgbClr val="FF5050"/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AD7FF38-1CAE-1E6B-14B8-71E5A142FEC3}"/>
                  </a:ext>
                </a:extLst>
              </p:cNvPr>
              <p:cNvSpPr/>
              <p:nvPr/>
            </p:nvSpPr>
            <p:spPr>
              <a:xfrm>
                <a:off x="1615743" y="1615742"/>
                <a:ext cx="8474740" cy="8474740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chemeClr val="bg1">
                    <a:lumMod val="95000"/>
                  </a:schemeClr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DA425-B49C-DD6C-A235-B2556467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5993" y="3235992"/>
              <a:ext cx="5234240" cy="5234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867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BDE3-2792-4846-3E4C-5BDC717D5E6F}"/>
              </a:ext>
            </a:extLst>
          </p:cNvPr>
          <p:cNvGrpSpPr/>
          <p:nvPr/>
        </p:nvGrpSpPr>
        <p:grpSpPr>
          <a:xfrm>
            <a:off x="198437" y="169862"/>
            <a:ext cx="11382376" cy="11382376"/>
            <a:chOff x="161925" y="161924"/>
            <a:chExt cx="11382376" cy="11382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32577A-0EBE-88CD-4188-6C907AD17928}"/>
                </a:ext>
              </a:extLst>
            </p:cNvPr>
            <p:cNvGrpSpPr/>
            <p:nvPr/>
          </p:nvGrpSpPr>
          <p:grpSpPr>
            <a:xfrm>
              <a:off x="161925" y="161924"/>
              <a:ext cx="11382376" cy="11382376"/>
              <a:chOff x="161924" y="161924"/>
              <a:chExt cx="11382376" cy="113823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D39E13-5BBC-4D42-8A65-AE7192F8EB8E}"/>
                  </a:ext>
                </a:extLst>
              </p:cNvPr>
              <p:cNvSpPr/>
              <p:nvPr/>
            </p:nvSpPr>
            <p:spPr>
              <a:xfrm>
                <a:off x="161924" y="161924"/>
                <a:ext cx="11382376" cy="1138237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254000">
                <a:solidFill>
                  <a:schemeClr val="bg1">
                    <a:alpha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/>
                  <a:t>yyyyyyyy</a:t>
                </a:r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F603AC-73A0-9A6C-28EB-437DCCFAC253}"/>
                  </a:ext>
                </a:extLst>
              </p:cNvPr>
              <p:cNvSpPr/>
              <p:nvPr/>
            </p:nvSpPr>
            <p:spPr>
              <a:xfrm>
                <a:off x="925929" y="925929"/>
                <a:ext cx="9854366" cy="9854366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rgbClr val="FF5050"/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AD7FF38-1CAE-1E6B-14B8-71E5A142FEC3}"/>
                  </a:ext>
                </a:extLst>
              </p:cNvPr>
              <p:cNvSpPr/>
              <p:nvPr/>
            </p:nvSpPr>
            <p:spPr>
              <a:xfrm>
                <a:off x="1615743" y="1615742"/>
                <a:ext cx="8474740" cy="8474740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chemeClr val="bg1">
                    <a:lumMod val="95000"/>
                  </a:schemeClr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DA425-B49C-DD6C-A235-B2556467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35993" y="3235992"/>
              <a:ext cx="5234240" cy="5234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93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BDE3-2792-4846-3E4C-5BDC717D5E6F}"/>
              </a:ext>
            </a:extLst>
          </p:cNvPr>
          <p:cNvGrpSpPr/>
          <p:nvPr/>
        </p:nvGrpSpPr>
        <p:grpSpPr>
          <a:xfrm>
            <a:off x="198437" y="169862"/>
            <a:ext cx="11382376" cy="11382376"/>
            <a:chOff x="161925" y="161924"/>
            <a:chExt cx="11382376" cy="11382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32577A-0EBE-88CD-4188-6C907AD17928}"/>
                </a:ext>
              </a:extLst>
            </p:cNvPr>
            <p:cNvGrpSpPr/>
            <p:nvPr/>
          </p:nvGrpSpPr>
          <p:grpSpPr>
            <a:xfrm>
              <a:off x="161925" y="161924"/>
              <a:ext cx="11382376" cy="11382376"/>
              <a:chOff x="161924" y="161924"/>
              <a:chExt cx="11382376" cy="113823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D39E13-5BBC-4D42-8A65-AE7192F8EB8E}"/>
                  </a:ext>
                </a:extLst>
              </p:cNvPr>
              <p:cNvSpPr/>
              <p:nvPr/>
            </p:nvSpPr>
            <p:spPr>
              <a:xfrm>
                <a:off x="161924" y="161924"/>
                <a:ext cx="11382376" cy="1138237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254000">
                <a:solidFill>
                  <a:schemeClr val="bg1">
                    <a:alpha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/>
                  <a:t>yyyyyyyy</a:t>
                </a:r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F603AC-73A0-9A6C-28EB-437DCCFAC253}"/>
                  </a:ext>
                </a:extLst>
              </p:cNvPr>
              <p:cNvSpPr/>
              <p:nvPr/>
            </p:nvSpPr>
            <p:spPr>
              <a:xfrm>
                <a:off x="925929" y="925929"/>
                <a:ext cx="9854366" cy="9854366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rgbClr val="FF5050"/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AD7FF38-1CAE-1E6B-14B8-71E5A142FEC3}"/>
                  </a:ext>
                </a:extLst>
              </p:cNvPr>
              <p:cNvSpPr/>
              <p:nvPr/>
            </p:nvSpPr>
            <p:spPr>
              <a:xfrm>
                <a:off x="1615743" y="1615742"/>
                <a:ext cx="8474740" cy="8474740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chemeClr val="bg1">
                    <a:lumMod val="95000"/>
                  </a:schemeClr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DA425-B49C-DD6C-A235-B2556467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35993" y="3235992"/>
              <a:ext cx="5234240" cy="5234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574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BDE3-2792-4846-3E4C-5BDC717D5E6F}"/>
              </a:ext>
            </a:extLst>
          </p:cNvPr>
          <p:cNvGrpSpPr/>
          <p:nvPr/>
        </p:nvGrpSpPr>
        <p:grpSpPr>
          <a:xfrm>
            <a:off x="198437" y="169862"/>
            <a:ext cx="11382376" cy="11382376"/>
            <a:chOff x="161925" y="161924"/>
            <a:chExt cx="11382376" cy="11382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32577A-0EBE-88CD-4188-6C907AD17928}"/>
                </a:ext>
              </a:extLst>
            </p:cNvPr>
            <p:cNvGrpSpPr/>
            <p:nvPr/>
          </p:nvGrpSpPr>
          <p:grpSpPr>
            <a:xfrm>
              <a:off x="161925" y="161924"/>
              <a:ext cx="11382376" cy="11382376"/>
              <a:chOff x="161924" y="161924"/>
              <a:chExt cx="11382376" cy="113823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D39E13-5BBC-4D42-8A65-AE7192F8EB8E}"/>
                  </a:ext>
                </a:extLst>
              </p:cNvPr>
              <p:cNvSpPr/>
              <p:nvPr/>
            </p:nvSpPr>
            <p:spPr>
              <a:xfrm>
                <a:off x="161924" y="161924"/>
                <a:ext cx="11382376" cy="1138237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254000">
                <a:solidFill>
                  <a:schemeClr val="bg1">
                    <a:alpha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/>
                  <a:t>yyyyyyyy</a:t>
                </a:r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F603AC-73A0-9A6C-28EB-437DCCFAC253}"/>
                  </a:ext>
                </a:extLst>
              </p:cNvPr>
              <p:cNvSpPr/>
              <p:nvPr/>
            </p:nvSpPr>
            <p:spPr>
              <a:xfrm>
                <a:off x="925929" y="925929"/>
                <a:ext cx="9854366" cy="9854366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rgbClr val="FF5050"/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AD7FF38-1CAE-1E6B-14B8-71E5A142FEC3}"/>
                  </a:ext>
                </a:extLst>
              </p:cNvPr>
              <p:cNvSpPr/>
              <p:nvPr/>
            </p:nvSpPr>
            <p:spPr>
              <a:xfrm>
                <a:off x="1615743" y="1615742"/>
                <a:ext cx="8474740" cy="8474740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chemeClr val="bg1">
                    <a:lumMod val="95000"/>
                  </a:schemeClr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DA425-B49C-DD6C-A235-B2556467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1095" y="3235992"/>
              <a:ext cx="5224036" cy="5234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541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BDE3-2792-4846-3E4C-5BDC717D5E6F}"/>
              </a:ext>
            </a:extLst>
          </p:cNvPr>
          <p:cNvGrpSpPr/>
          <p:nvPr/>
        </p:nvGrpSpPr>
        <p:grpSpPr>
          <a:xfrm>
            <a:off x="198437" y="169862"/>
            <a:ext cx="11382376" cy="11382376"/>
            <a:chOff x="161925" y="161924"/>
            <a:chExt cx="11382376" cy="113823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32577A-0EBE-88CD-4188-6C907AD17928}"/>
                </a:ext>
              </a:extLst>
            </p:cNvPr>
            <p:cNvGrpSpPr/>
            <p:nvPr/>
          </p:nvGrpSpPr>
          <p:grpSpPr>
            <a:xfrm>
              <a:off x="161925" y="161924"/>
              <a:ext cx="11382376" cy="11382376"/>
              <a:chOff x="161924" y="161924"/>
              <a:chExt cx="11382376" cy="11382376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D39E13-5BBC-4D42-8A65-AE7192F8EB8E}"/>
                  </a:ext>
                </a:extLst>
              </p:cNvPr>
              <p:cNvSpPr/>
              <p:nvPr/>
            </p:nvSpPr>
            <p:spPr>
              <a:xfrm>
                <a:off x="161924" y="161924"/>
                <a:ext cx="11382376" cy="1138237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254000">
                <a:solidFill>
                  <a:schemeClr val="bg1">
                    <a:alpha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/>
                  <a:t>yyyyyyyy</a:t>
                </a:r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EF603AC-73A0-9A6C-28EB-437DCCFAC253}"/>
                  </a:ext>
                </a:extLst>
              </p:cNvPr>
              <p:cNvSpPr/>
              <p:nvPr/>
            </p:nvSpPr>
            <p:spPr>
              <a:xfrm>
                <a:off x="925929" y="925929"/>
                <a:ext cx="9854366" cy="9854366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rgbClr val="FF5050"/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AD7FF38-1CAE-1E6B-14B8-71E5A142FEC3}"/>
                  </a:ext>
                </a:extLst>
              </p:cNvPr>
              <p:cNvSpPr/>
              <p:nvPr/>
            </p:nvSpPr>
            <p:spPr>
              <a:xfrm>
                <a:off x="1615743" y="1615742"/>
                <a:ext cx="8474740" cy="8474740"/>
              </a:xfrm>
              <a:prstGeom prst="ellipse">
                <a:avLst/>
              </a:prstGeom>
              <a:solidFill>
                <a:schemeClr val="bg1"/>
              </a:solidFill>
              <a:ln w="254000">
                <a:solidFill>
                  <a:schemeClr val="bg1">
                    <a:lumMod val="95000"/>
                  </a:schemeClr>
                </a:solidFill>
              </a:ln>
              <a:effectLst>
                <a:outerShdw blurRad="203200" sx="103000" sy="103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DA425-B49C-DD6C-A235-B2556467D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35993" y="3235992"/>
              <a:ext cx="5234240" cy="5234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268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</TotalTime>
  <Words>6</Words>
  <Application>Microsoft Office PowerPoint</Application>
  <PresentationFormat>Custom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Champion Gothic Lightweight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 Jose</dc:creator>
  <cp:lastModifiedBy>Deepak Jose</cp:lastModifiedBy>
  <cp:revision>88</cp:revision>
  <dcterms:created xsi:type="dcterms:W3CDTF">2020-11-16T05:55:58Z</dcterms:created>
  <dcterms:modified xsi:type="dcterms:W3CDTF">2022-05-28T10:07:48Z</dcterms:modified>
</cp:coreProperties>
</file>